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4"/>
    <a:srgbClr val="A3912A"/>
    <a:srgbClr val="0091C8"/>
    <a:srgbClr val="006600"/>
    <a:srgbClr val="8BC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456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6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openxmlformats.org/officeDocument/2006/relationships/customXml" Target="../customXml/item5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87F04-2D38-4DE1-80E2-93B072CB575B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449A4-E116-4BF5-B259-4DDC58A38A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43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1pPr>
            <a:lvl2pPr marL="744139" indent="-286207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marL="1144829" indent="-228966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marL="1602760" indent="-228966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marL="2060692" indent="-228966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2518623" indent="-228966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2976555" indent="-228966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3434486" indent="-228966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3892418" indent="-228966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95DF50E-627F-45BF-B275-29D26AD709A7}" type="slidenum">
              <a:rPr lang="en-GB" sz="1200">
                <a:solidFill>
                  <a:srgbClr val="1F497D"/>
                </a:solidFill>
              </a:rPr>
              <a:pPr eaLnBrk="1" hangingPunct="1"/>
              <a:t>1</a:t>
            </a:fld>
            <a:endParaRPr lang="en-GB" sz="12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187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64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83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62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8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872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54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49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23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76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3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81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7611D-D671-475F-B32B-44D9211E331D}" type="datetimeFigureOut">
              <a:rPr lang="en-GB" smtClean="0"/>
              <a:t>20/11/2019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2965A-A8CF-4EFF-AFB5-EC29E1311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Oval 39"/>
          <p:cNvSpPr>
            <a:spLocks noChangeArrowheads="1"/>
          </p:cNvSpPr>
          <p:nvPr/>
        </p:nvSpPr>
        <p:spPr bwMode="auto">
          <a:xfrm>
            <a:off x="7363562" y="358775"/>
            <a:ext cx="465992" cy="431800"/>
          </a:xfrm>
          <a:prstGeom prst="ellipse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800" dirty="0" smtClean="0">
              <a:solidFill>
                <a:srgbClr val="0D3692"/>
              </a:solidFill>
            </a:endParaRPr>
          </a:p>
        </p:txBody>
      </p:sp>
      <p:sp>
        <p:nvSpPr>
          <p:cNvPr id="11300" name="Rectangle 2"/>
          <p:cNvSpPr txBox="1">
            <a:spLocks noChangeArrowheads="1"/>
          </p:cNvSpPr>
          <p:nvPr/>
        </p:nvSpPr>
        <p:spPr bwMode="auto">
          <a:xfrm>
            <a:off x="127284" y="117243"/>
            <a:ext cx="4444716" cy="86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sz="1400" dirty="0" smtClean="0">
              <a:solidFill>
                <a:srgbClr val="000000"/>
              </a:solidFill>
              <a:ea typeface="MS PGothic" pitchFamily="34" charset="-128"/>
            </a:endParaRPr>
          </a:p>
        </p:txBody>
      </p:sp>
      <p:graphicFrame>
        <p:nvGraphicFramePr>
          <p:cNvPr id="25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930320"/>
              </p:ext>
            </p:extLst>
          </p:nvPr>
        </p:nvGraphicFramePr>
        <p:xfrm>
          <a:off x="67862" y="2053846"/>
          <a:ext cx="8982718" cy="4745548"/>
        </p:xfrm>
        <a:graphic>
          <a:graphicData uri="http://schemas.openxmlformats.org/drawingml/2006/table">
            <a:tbl>
              <a:tblPr/>
              <a:tblGrid>
                <a:gridCol w="5644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583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Summary Update</a:t>
                      </a:r>
                      <a:r>
                        <a:rPr kumimoji="0" lang="en-GB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:.</a:t>
                      </a: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49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Highlights: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 to Green: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4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Activities Achieved: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8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 pitchFamily="-99" charset="-128"/>
                        <a:cs typeface="Arial" pitchFamily="34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44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Lowlights: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0" lang="en-GB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95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Activities Not Achieved: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48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 Issues: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1" i="0" u="sng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Next Period: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GB" sz="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Key Activities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GB" sz="8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57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 Risks: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431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Dependencies: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617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4D44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Project Escalations: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GB" sz="9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4D44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77916" marR="77916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Group 1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23466"/>
              </p:ext>
            </p:extLst>
          </p:nvPr>
        </p:nvGraphicFramePr>
        <p:xfrm>
          <a:off x="35798" y="794766"/>
          <a:ext cx="4600208" cy="1210110"/>
        </p:xfrm>
        <a:graphic>
          <a:graphicData uri="http://schemas.openxmlformats.org/drawingml/2006/table">
            <a:tbl>
              <a:tblPr>
                <a:solidFill>
                  <a:schemeClr val="accent3">
                    <a:lumMod val="85000"/>
                  </a:schemeClr>
                </a:solidFill>
              </a:tblPr>
              <a:tblGrid>
                <a:gridCol w="1424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31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Milestones – Key Deliverables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912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92164" marR="921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Milestone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Target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Forecast  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Actual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BRAG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1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7284" y="44623"/>
            <a:ext cx="7109012" cy="35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IE" b="1" dirty="0" smtClean="0">
                <a:solidFill>
                  <a:srgbClr val="004D44"/>
                </a:solidFill>
              </a:rPr>
              <a:t>Project Name: Project Name 				Date: xxx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512" y="394633"/>
            <a:ext cx="2778128" cy="308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lIns="91418" tIns="45710" rIns="91418" bIns="45710"/>
          <a:lstStyle/>
          <a:p>
            <a:pPr defTabSz="914180">
              <a:defRPr/>
            </a:pPr>
            <a:r>
              <a:rPr lang="en-US" sz="900" b="1" dirty="0" smtClean="0">
                <a:solidFill>
                  <a:srgbClr val="004D44"/>
                </a:solidFill>
              </a:rPr>
              <a:t>TBC – Project Manager</a:t>
            </a:r>
          </a:p>
          <a:p>
            <a:pPr defTabSz="914180">
              <a:defRPr/>
            </a:pPr>
            <a:r>
              <a:rPr lang="en-US" sz="900" b="1" dirty="0" smtClean="0">
                <a:solidFill>
                  <a:srgbClr val="004D44"/>
                </a:solidFill>
              </a:rPr>
              <a:t>TBC – Client Project Manager</a:t>
            </a:r>
          </a:p>
        </p:txBody>
      </p:sp>
      <p:graphicFrame>
        <p:nvGraphicFramePr>
          <p:cNvPr id="9" name="Group 1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778559"/>
              </p:ext>
            </p:extLst>
          </p:nvPr>
        </p:nvGraphicFramePr>
        <p:xfrm>
          <a:off x="4645343" y="794293"/>
          <a:ext cx="4485189" cy="1207329"/>
        </p:xfrm>
        <a:graphic>
          <a:graphicData uri="http://schemas.openxmlformats.org/drawingml/2006/table">
            <a:tbl>
              <a:tblPr>
                <a:solidFill>
                  <a:schemeClr val="accent3">
                    <a:lumMod val="85000"/>
                  </a:schemeClr>
                </a:solidFill>
              </a:tblPr>
              <a:tblGrid>
                <a:gridCol w="1497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7313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Milestones – Key Deliverables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3912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92164" marR="9216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Milestone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Target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Forecast  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Actual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BRAG</a:t>
                      </a: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ＭＳ Ｐゴシック"/>
                          <a:cs typeface="ＭＳ Ｐゴシック"/>
                        </a:rPr>
                        <a:t> </a:t>
                      </a: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BC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9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BC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4D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ＭＳ Ｐゴシック"/>
                        <a:cs typeface="ＭＳ Ｐゴシック"/>
                      </a:endParaRPr>
                    </a:p>
                  </a:txBody>
                  <a:tcPr marL="85074" marR="85074" horzOverflow="overflow">
                    <a:lnL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BC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888" y="33999"/>
            <a:ext cx="1800200" cy="72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480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p:Policy xmlns:p="office.server.policy" id="" local="true">
  <p:Name>eDocument</p:Name>
  <p:Description/>
  <p:Statement/>
  <p:PolicyItems/>
</p:Policy>
</file>

<file path=customXml/item2.xml><?xml version="1.0" encoding="utf-8"?>
<?mso-contentType ?>
<spe:Receivers xmlns:spe="http://schemas.microsoft.com/sharepoint/events">
  <Receiver>
    <Name>Microsoft.Office.RecordsManagement.PolicyFeatures.ExpirationEventReceiver</Name>
    <Synchronization>Synchronous</Synchronization>
    <Type>10001</Type>
    <SequenceNumber>101</SequenceNumber>
    <Url/>
    <Assembly>Microsoft.Office.Policy, Version=15.0.0.0,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10002</Type>
    <SequenceNumber>102</SequenceNumber>
    <Url/>
    <Assembly>Microsoft.Office.Policy, Version=15.0.0.0,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10004</Type>
    <SequenceNumber>103</SequenceNumber>
    <Url/>
    <Assembly>Microsoft.Office.Policy, Version=15.0.0.0,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10006</Type>
    <SequenceNumber>104</SequenceNumber>
    <Url/>
    <Assembly>Microsoft.Office.Policy, Version=15.0.0.0, Culture=neutral, PublicKeyToken=71e9bce111e9429c</Assembly>
    <Class>Microsoft.Office.RecordsManagement.Internal.UpdateExpireDate</Class>
    <Data/>
    <Filter/>
  </Receiver>
  <Receiver>
    <Name>Microsoft.Office.RecordsManagement.PolicyFeatures.ExpirationEventReceiver</Name>
    <Synchronization>Synchronous</Synchronization>
    <Type>10009</Type>
    <SequenceNumber>105</SequenceNumber>
    <Url/>
    <Assembly>Microsoft.Office.Policy, Version=15.0.0.0, Culture=neutral, PublicKeyToken=71e9bce111e9429c</Assembly>
    <Class>Microsoft.Office.RecordsManagement.Internal.UpdateExpireDate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b1f1aa-e99c-435c-9116-148c58391c42">
      <Value>20</Value>
      <Value>22</Value>
      <Value>1</Value>
      <Value>4</Value>
    </TaxCatchAll>
    <eDocs_FileStatus xmlns="6ab1f1aa-e99c-435c-9116-148c58391c42">Live</eDocs_FileStatus>
    <h1f8bb4843d6459a8b809123185593c7 xmlns="6ab1f1aa-e99c-435c-9116-148c58391c42">
      <Terms xmlns="http://schemas.microsoft.com/office/infopath/2007/PartnerControls">
        <TermInfo xmlns="http://schemas.microsoft.com/office/infopath/2007/PartnerControls">
          <TermName xmlns="http://schemas.microsoft.com/office/infopath/2007/PartnerControls">009</TermName>
          <TermId xmlns="http://schemas.microsoft.com/office/infopath/2007/PartnerControls">352a68f6-138a-4ce0-8d74-da68723c208d</TermId>
        </TermInfo>
      </Terms>
    </h1f8bb4843d6459a8b809123185593c7>
    <nb1b8a72855341e18dd75ce464e281f2 xmlns="6ab1f1aa-e99c-435c-9116-148c58391c42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2018</TermName>
          <TermId xmlns="http://schemas.microsoft.com/office/infopath/2007/PartnerControls">6e971baa-7691-4dfb-b2e2-ad97d94c3b44</TermId>
        </TermInfo>
      </Terms>
    </nb1b8a72855341e18dd75ce464e281f2>
    <eDocs_eFileName xmlns="6ab1f1aa-e99c-435c-9116-148c58391c42">DPE009-003-2018</eDocs_eFileName>
    <m02c691f3efa402dab5cbaa8c240a9e7 xmlns="6ab1f1aa-e99c-435c-9116-148c58391c42">
      <Terms xmlns="http://schemas.microsoft.com/office/infopath/2007/PartnerControls">
        <TermInfo xmlns="http://schemas.microsoft.com/office/infopath/2007/PartnerControls">
          <TermName xmlns="http://schemas.microsoft.com/office/infopath/2007/PartnerControls">Administration</TermName>
          <TermId xmlns="http://schemas.microsoft.com/office/infopath/2007/PartnerControls">f39c8d0b-d6ff-4722-8762-9b094c2efb2c</TermId>
        </TermInfo>
      </Terms>
    </m02c691f3efa402dab5cbaa8c240a9e7>
    <fbaa881fc4ae443f9fdafbdd527793df xmlns="6ab1f1aa-e99c-435c-9116-148c58391c42">
      <Terms xmlns="http://schemas.microsoft.com/office/infopath/2007/PartnerControls"/>
    </fbaa881fc4ae443f9fdafbdd527793df>
    <_vti_ItemDeclaredRecord xmlns="6ab1f1aa-e99c-435c-9116-148c58391c42" xsi:nil="true"/>
    <mbbd3fafa5ab4e5eb8a6a5e099cef439 xmlns="6ab1f1aa-e99c-435c-9116-148c58391c42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0db6e6fe-7da6-4395-ba22-207b2a29f028</TermId>
        </TermInfo>
      </Terms>
    </mbbd3fafa5ab4e5eb8a6a5e099cef439>
  </documentManagement>
</p:properties>
</file>

<file path=customXml/item4.xml><?xml version="1.0" encoding="utf-8"?>
<?mso-contentType ?>
<PolicyDirtyBag xmlns="microsoft.office.server.policy.changes">
  <Microsoft.Office.RecordsManagement.PolicyFeatures.Expiration op="Change"/>
</PolicyDirtyBag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eDocument" ma:contentTypeID="0x0101000BC94875665D404BB1351B53C41FD2C000A36D47D008C0144E9D0D4FB15E41798B" ma:contentTypeVersion="73" ma:contentTypeDescription="" ma:contentTypeScope="" ma:versionID="a45896ffb4a637e491b55293e66aa53c">
  <xsd:schema xmlns:xsd="http://www.w3.org/2001/XMLSchema" xmlns:xs="http://www.w3.org/2001/XMLSchema" xmlns:p="http://schemas.microsoft.com/office/2006/metadata/properties" xmlns:ns2="6ab1f1aa-e99c-435c-9116-148c58391c42" targetNamespace="http://schemas.microsoft.com/office/2006/metadata/properties" ma:root="true" ma:fieldsID="a1046f5bc727c9ef1b0b4bd5dee8c97c" ns2:_="">
    <xsd:import namespace="6ab1f1aa-e99c-435c-9116-148c58391c42"/>
    <xsd:element name="properties">
      <xsd:complexType>
        <xsd:sequence>
          <xsd:element name="documentManagement">
            <xsd:complexType>
              <xsd:all>
                <xsd:element ref="ns2:_vti_ItemDeclaredRecord" minOccurs="0"/>
                <xsd:element ref="ns2:eDocs_FileStatus"/>
                <xsd:element ref="ns2:eDocs_eFileName" minOccurs="0"/>
                <xsd:element ref="ns2:TaxCatchAll" minOccurs="0"/>
                <xsd:element ref="ns2:TaxCatchAllLabel" minOccurs="0"/>
                <xsd:element ref="ns2:h1f8bb4843d6459a8b809123185593c7" minOccurs="0"/>
                <xsd:element ref="ns2:nb1b8a72855341e18dd75ce464e281f2" minOccurs="0"/>
                <xsd:element ref="ns2:m02c691f3efa402dab5cbaa8c240a9e7" minOccurs="0"/>
                <xsd:element ref="ns2:mbbd3fafa5ab4e5eb8a6a5e099cef439" minOccurs="0"/>
                <xsd:element ref="ns2:fbaa881fc4ae443f9fdafbdd527793d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1f1aa-e99c-435c-9116-148c58391c42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2" nillable="true" ma:displayName="Declared Record" ma:hidden="true" ma:internalName="_vti_ItemDeclaredRecord">
      <xsd:simpleType>
        <xsd:restriction base="dms:DateTime"/>
      </xsd:simpleType>
    </xsd:element>
    <xsd:element name="eDocs_FileStatus" ma:index="5" ma:displayName="Status" ma:default="Live" ma:format="Dropdown" ma:indexed="true" ma:internalName="eDocs_FileStatus">
      <xsd:simpleType>
        <xsd:restriction base="dms:Choice">
          <xsd:enumeration value="Live"/>
          <xsd:enumeration value="Archived"/>
          <xsd:enumeration value="PendingLive"/>
          <xsd:enumeration value="PendingArchived"/>
          <xsd:enumeration value="Cancelled"/>
          <xsd:enumeration value="SentToNationalArchives"/>
        </xsd:restriction>
      </xsd:simpleType>
    </xsd:element>
    <xsd:element name="eDocs_eFileName" ma:index="8" nillable="true" ma:displayName="eFile Reference" ma:indexed="true" ma:internalName="eDocs_eFileName" ma:readOnly="false">
      <xsd:simpleType>
        <xsd:restriction base="dms:Text"/>
      </xsd:simpleType>
    </xsd:element>
    <xsd:element name="TaxCatchAll" ma:index="9" nillable="true" ma:displayName="Taxonomy Catch All Column" ma:hidden="true" ma:list="{7981ae60-1fba-4a00-a3a8-c5084b7335f1}" ma:internalName="TaxCatchAll" ma:showField="CatchAllData" ma:web="6ab1f1aa-e99c-435c-9116-148c58391c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7981ae60-1fba-4a00-a3a8-c5084b7335f1}" ma:internalName="TaxCatchAllLabel" ma:readOnly="true" ma:showField="CatchAllDataLabel" ma:web="6ab1f1aa-e99c-435c-9116-148c58391c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1f8bb4843d6459a8b809123185593c7" ma:index="13" nillable="true" ma:taxonomy="true" ma:internalName="h1f8bb4843d6459a8b809123185593c7" ma:taxonomyFieldName="eDocs_Series" ma:displayName="Series" ma:readOnly="false" ma:default="-1;#009|352a68f6-138a-4ce0-8d74-da68723c208d" ma:fieldId="{11f8bb48-43d6-459a-8b80-9123185593c7}" ma:sspId="f2970656-14da-44a7-bf1a-2b1eb7a31fa1" ma:termSetId="584d92f5-f104-4db4-9eaa-0d5facccda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1b8a72855341e18dd75ce464e281f2" ma:index="15" nillable="true" ma:taxonomy="true" ma:internalName="nb1b8a72855341e18dd75ce464e281f2" ma:taxonomyFieldName="eDocs_Year" ma:displayName="Year" ma:readOnly="false" ma:fieldId="{7b1b8a72-8553-41e1-8dd7-5ce464e281f2}" ma:sspId="f2970656-14da-44a7-bf1a-2b1eb7a31fa1" ma:termSetId="6b2a013c-fe8b-4805-9242-a33f2487bec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02c691f3efa402dab5cbaa8c240a9e7" ma:index="18" nillable="true" ma:taxonomy="true" ma:internalName="m02c691f3efa402dab5cbaa8c240a9e7" ma:taxonomyFieldName="eDocs_FileTopics" ma:displayName="File Topics" ma:readOnly="false" ma:fieldId="{602c691f-3efa-402d-ab5c-baa8c240a9e7}" ma:taxonomyMulti="true" ma:sspId="f2970656-14da-44a7-bf1a-2b1eb7a31fa1" ma:termSetId="a2a87ccb-50b7-4118-aee4-b7ac72f5a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bbd3fafa5ab4e5eb8a6a5e099cef439" ma:index="20" nillable="true" ma:taxonomy="true" ma:internalName="mbbd3fafa5ab4e5eb8a6a5e099cef439" ma:taxonomyFieldName="eDocs_SecurityClassification" ma:displayName="Security Classification" ma:readOnly="false" ma:default="-1;#Unclassified|0db6e6fe-7da6-4395-ba22-207b2a29f028" ma:fieldId="{6bbd3faf-a5ab-4e5e-b8a6-a5e099cef439}" ma:sspId="f2970656-14da-44a7-bf1a-2b1eb7a31fa1" ma:termSetId="9d236be9-847d-436d-be84-30193fff6b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baa881fc4ae443f9fdafbdd527793df" ma:index="22" nillable="true" ma:taxonomy="true" ma:internalName="fbaa881fc4ae443f9fdafbdd527793df" ma:taxonomyFieldName="eDocs_DocumentTopics" ma:displayName="Document Topics" ma:fieldId="{fbaa881f-c4ae-443f-9fda-fbdd527793df}" ma:taxonomyMulti="true" ma:sspId="f2970656-14da-44a7-bf1a-2b1eb7a31fa1" ma:termSetId="a2a87ccb-50b7-4118-aee4-b7ac72f5a21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3D4B62-4EF2-4F58-BED3-7172B2E4D3A9}"/>
</file>

<file path=customXml/itemProps2.xml><?xml version="1.0" encoding="utf-8"?>
<ds:datastoreItem xmlns:ds="http://schemas.openxmlformats.org/officeDocument/2006/customXml" ds:itemID="{0729EC99-F811-4703-9A7B-B3DFA797C7C9}"/>
</file>

<file path=customXml/itemProps3.xml><?xml version="1.0" encoding="utf-8"?>
<ds:datastoreItem xmlns:ds="http://schemas.openxmlformats.org/officeDocument/2006/customXml" ds:itemID="{532B2F16-41BB-4F64-B9F1-FC3FE7DA7ECF}"/>
</file>

<file path=customXml/itemProps4.xml><?xml version="1.0" encoding="utf-8"?>
<ds:datastoreItem xmlns:ds="http://schemas.openxmlformats.org/officeDocument/2006/customXml" ds:itemID="{19DBB7C1-D0E2-488A-9AF4-BCDDDE7B4381}"/>
</file>

<file path=customXml/itemProps5.xml><?xml version="1.0" encoding="utf-8"?>
<ds:datastoreItem xmlns:ds="http://schemas.openxmlformats.org/officeDocument/2006/customXml" ds:itemID="{44C760BF-10A5-40CA-8070-4D0528A41689}"/>
</file>

<file path=customXml/itemProps6.xml><?xml version="1.0" encoding="utf-8"?>
<ds:datastoreItem xmlns:ds="http://schemas.openxmlformats.org/officeDocument/2006/customXml" ds:itemID="{19EA257C-A98B-4BB9-B316-515E004111C2}"/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68</Words>
  <Application>Microsoft Office PowerPoint</Application>
  <PresentationFormat>On-screen Show (4:3)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PGothic</vt:lpstr>
      <vt:lpstr>MS PGothic</vt:lpstr>
      <vt:lpstr>Arial</vt:lpstr>
      <vt:lpstr>Calibri</vt:lpstr>
      <vt:lpstr>Office Theme</vt:lpstr>
      <vt:lpstr>PowerPoint Presentation</vt:lpstr>
    </vt:vector>
  </TitlesOfParts>
  <Company>BT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 Powerpoint template</dc:title>
  <dc:creator>Flanagan,P,Paula,MWJ61 C</dc:creator>
  <cp:lastModifiedBy>Hilda Vivash</cp:lastModifiedBy>
  <cp:revision>33</cp:revision>
  <dcterms:created xsi:type="dcterms:W3CDTF">2014-05-20T15:31:45Z</dcterms:created>
  <dcterms:modified xsi:type="dcterms:W3CDTF">2019-11-20T15:13:44Z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0x0101000BC94875665D404BB1351B53C41FD2C000A36D47D008C0144E9D0D4FB15E41798B</vt:lpwstr>
  </property>
  <property fmtid="{D5CDD505-2E9C-101B-9397-08002B2CF9AE}" pid="3" name="_dlc_policyId">
    <vt:lpwstr>0x0101000BC94875665D404BB1351B53C41FD2C0|151133126</vt:lpwstr>
  </property>
  <property fmtid="{D5CDD505-2E9C-101B-9397-08002B2CF9AE}" pid="4" name="OriginatingOffice">
    <vt:lpwstr>245;#SPB|7918068a-6874-473b-834f-7521d58705c2</vt:lpwstr>
  </property>
  <property fmtid="{D5CDD505-2E9C-101B-9397-08002B2CF9AE}" pid="5" name="ItemRetentionFormula">
    <vt:lpwstr>&lt;formula id="Microsoft.Office.RecordsManagement.PolicyFeatures.Expiration.Formula.BuiltIn"&gt;&lt;number&gt;3&lt;/number&gt;&lt;property&gt;Modified&lt;/property&gt;&lt;period&gt;months&lt;/period&gt;&lt;/formula&gt;</vt:lpwstr>
  </property>
  <property fmtid="{D5CDD505-2E9C-101B-9397-08002B2CF9AE}" pid="6" name="Tags">
    <vt:lpwstr/>
  </property>
  <property fmtid="{D5CDD505-2E9C-101B-9397-08002B2CF9AE}" pid="7" name="UnitInspected">
    <vt:lpwstr/>
  </property>
  <property fmtid="{D5CDD505-2E9C-101B-9397-08002B2CF9AE}" pid="8" name="bf39c91b289c4ee3af7d9a44aa77e414">
    <vt:lpwstr/>
  </property>
  <property fmtid="{D5CDD505-2E9C-101B-9397-08002B2CF9AE}" pid="9" name="eDocs_FileTopics">
    <vt:lpwstr>22;#Administration|f39c8d0b-d6ff-4722-8762-9b094c2efb2c</vt:lpwstr>
  </property>
  <property fmtid="{D5CDD505-2E9C-101B-9397-08002B2CF9AE}" pid="10" name="eDocs_SeriesSubSeries">
    <vt:lpwstr>1;#009|352a68f6-138a-4ce0-8d74-da68723c208d</vt:lpwstr>
  </property>
  <property fmtid="{D5CDD505-2E9C-101B-9397-08002B2CF9AE}" pid="11" name="eDocs_Year">
    <vt:lpwstr>20;#2018|6e971baa-7691-4dfb-b2e2-ad97d94c3b44</vt:lpwstr>
  </property>
  <property fmtid="{D5CDD505-2E9C-101B-9397-08002B2CF9AE}" pid="12" name="_docset_NoMedatataSyncRequired">
    <vt:lpwstr>False</vt:lpwstr>
  </property>
  <property fmtid="{D5CDD505-2E9C-101B-9397-08002B2CF9AE}" pid="13" name="eDocs_DocumentTopics">
    <vt:lpwstr/>
  </property>
  <property fmtid="{D5CDD505-2E9C-101B-9397-08002B2CF9AE}" pid="14" name="eDocs_SecurityClassification">
    <vt:lpwstr>4;#Unclassified|0db6e6fe-7da6-4395-ba22-207b2a29f028</vt:lpwstr>
  </property>
  <property fmtid="{D5CDD505-2E9C-101B-9397-08002B2CF9AE}" pid="15" name="eDocs_SecurityLevel">
    <vt:lpwstr>Unclassified</vt:lpwstr>
  </property>
  <property fmtid="{D5CDD505-2E9C-101B-9397-08002B2CF9AE}" pid="16" name="eDocs_Series">
    <vt:lpwstr>1;#009|352a68f6-138a-4ce0-8d74-da68723c208d</vt:lpwstr>
  </property>
  <property fmtid="{D5CDD505-2E9C-101B-9397-08002B2CF9AE}" pid="17" name="ge25f6a3ef6f42d4865685f2a74bf8c7">
    <vt:lpwstr/>
  </property>
  <property fmtid="{D5CDD505-2E9C-101B-9397-08002B2CF9AE}" pid="18" name="eDocs_RetentionPeriodTerm">
    <vt:lpwstr/>
  </property>
</Properties>
</file>